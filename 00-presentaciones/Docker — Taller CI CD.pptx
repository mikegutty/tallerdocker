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Foco en lo que luego automatizamos en CI/CD: Dockerfile, capas, y Docker Compose.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docker build -t taller-app . / docker run -p 3000:3000 taller-app. Verificar en localhost:3000/health.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Mostrar: ¿qué pasa si cambio el orden del Dockerfile y vuelvo a construir? Preparar el terreno para el paso de caché en CI (paso 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Clave a explicar: la red interna de Compose permite que "app" llame a "cache" por nombre (redis://cache:6379), sin IPs ni localhost. Esto es lo que resuelve Compose que docker run solo no resuelve.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del bloque y de la Sesión 1. Sesión 2 arranca con el primer workflow de 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261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0020"/>
            <a:ext cx="10566400" cy="4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0261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0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750020"/>
            <a:ext cx="10566400" cy="429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64547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00" kern="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· TALLER CI/CD CON GITHUB ACTIONS Y DOCKER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046710"/>
            <a:ext cx="1088339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892451"/>
            <a:ext cx="850265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construir una imagen a levantar varios servicios con un solo comando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vs. contenedor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651595"/>
            <a:ext cx="5175250" cy="1197570"/>
          </a:xfrm>
          <a:prstGeom prst="roundRect">
            <a:avLst>
              <a:gd name="adj" fmla="val 8219"/>
            </a:avLst>
          </a:prstGeom>
          <a:solidFill>
            <a:srgbClr val="161B22"/>
          </a:solidFill>
          <a:ln w="635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85797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2350" y="2162770"/>
            <a:ext cx="490537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Plantilla inmutable. La "receta" de tu app: código + dependencias + sistema base.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00775" y="1651595"/>
            <a:ext cx="5175250" cy="1197570"/>
          </a:xfrm>
          <a:prstGeom prst="roundRect">
            <a:avLst>
              <a:gd name="adj" fmla="val 8219"/>
            </a:avLst>
          </a:prstGeom>
          <a:solidFill>
            <a:srgbClr val="161B22"/>
          </a:solidFill>
          <a:ln w="635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7150" y="1857970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7150" y="2162770"/>
            <a:ext cx="4905375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instancia corriendo de esa imagen. Puedes tener varios contenedores de la misma imagen.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15975" y="3058716"/>
            <a:ext cx="10560050" cy="2780109"/>
          </a:xfrm>
          <a:prstGeom prst="roundRect">
            <a:avLst>
              <a:gd name="adj" fmla="val 3540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52147" tIns="152147" rIns="0" bIns="152147" rtlCol="0" anchor="t">
            <a:normAutofit/>
          </a:bodyPr>
          <a:lstStyle/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FROM node:22-alpine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WORKDIR /app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COPY package*.json ./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RUN npm install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COPY . .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EXPOSE 3000</a:t>
            </a:r>
            <a:endParaRPr lang="en-US" sz="1300" dirty="0"/>
          </a:p>
          <a:p>
            <a:pPr algn="l" indent="0" marL="0">
              <a:lnSpc>
                <a:spcPts val="221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CMD ["npm", "start"]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23444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Imagen y contenedor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Capas y .dockerignore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4452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conecta directo con la caché que veremos en CI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1943695"/>
            <a:ext cx="10560050" cy="991791"/>
          </a:xfrm>
          <a:prstGeom prst="roundRect">
            <a:avLst>
              <a:gd name="adj" fmla="val 992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2350" y="2150070"/>
            <a:ext cx="10451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instrucción del Dockerfile = una capa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2350" y="2480270"/>
            <a:ext cx="104517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cachea cada capa. Si no cambia, no se reconstruye. Por eso el orden importa: lo que cambia menos va primero.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170436"/>
            <a:ext cx="10560050" cy="991791"/>
          </a:xfrm>
          <a:prstGeom prst="roundRect">
            <a:avLst>
              <a:gd name="adj" fmla="val 9924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22350" y="3376811"/>
            <a:ext cx="10451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.dockerignore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22350" y="3707011"/>
            <a:ext cx="104517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Evita copiar archivos innecesarios (como node_modules) a la imagen final.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1915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Capas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261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44522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 contenedor no alcanza: app + Redis con un solo comando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75" y="1918295"/>
            <a:ext cx="10560050" cy="3486249"/>
          </a:xfrm>
          <a:prstGeom prst="roundRect">
            <a:avLst>
              <a:gd name="adj" fmla="val 2823"/>
            </a:avLst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 wrap="square" lIns="152147" tIns="152147" rIns="0" bIns="152147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services: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app: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build: .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ports: ["3000:3000"]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depends_on: [cache]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cache: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image: redis:7-alpine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5610920"/>
            <a:ext cx="268495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-d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levanta todo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97759" y="5610920"/>
            <a:ext cx="2789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down</a:t>
            </a: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 apaga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144839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A71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Compose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217557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esto ya puedes seguir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93241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Construir y correr una imagen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12800" y="338703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Entender capas y .dockerignore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841651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Levantar varios servicios con Compose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43978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 paso → CI con GitHub Actions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ker — Taller CI/CD">
  <a:themeElements>
    <a:clrScheme name="Docker — Taller CI/CD">
      <a:dk1>
        <a:srgbClr val="0D1117"/>
      </a:dk1>
      <a:lt1>
        <a:srgbClr val="E6EDF3"/>
      </a:lt1>
      <a:dk2>
        <a:srgbClr val="23272D"/>
      </a:dk2>
      <a:lt2>
        <a:srgbClr val="B0B6BC"/>
      </a:lt2>
      <a:accent1>
        <a:srgbClr val="58A6FF"/>
      </a:accent1>
      <a:accent2>
        <a:srgbClr val="3FB950"/>
      </a:accent2>
      <a:accent3>
        <a:srgbClr val="8B949E"/>
      </a:accent3>
      <a:accent4>
        <a:srgbClr val="6A7179"/>
      </a:accent4>
      <a:accent5>
        <a:srgbClr val="9AA0A6"/>
      </a:accent5>
      <a:accent6>
        <a:srgbClr val="8F959B"/>
      </a:accent6>
      <a:hlink>
        <a:srgbClr val="0563C1"/>
      </a:hlink>
      <a:folHlink>
        <a:srgbClr val="954F72"/>
      </a:folHlink>
    </a:clrScheme>
    <a:fontScheme name="Docker — Taller CI/C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— Taller CI/CD</dc:title>
  <dc:subject/>
  <dc:creator/>
  <cp:lastModifiedBy/>
  <cp:revision>1</cp:revision>
  <dcterms:created xsi:type="dcterms:W3CDTF">2026-10-02T04:11:15Z</dcterms:created>
  <dcterms:modified xsi:type="dcterms:W3CDTF">2026-10-02T04:11:15Z</dcterms:modified>
</cp:coreProperties>
</file>