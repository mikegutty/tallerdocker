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bloque del taller. Aquí cerramos el pipeline completo: GHCR, caché, Trivy y deploy a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paquete publicado en la pestaña Packages. Recordar cambiar su visibilidad a pública para poder hacer docker pull sin autenticarse.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el tiempo del segundo build vs el primero en vivo. Mostrar la tabla de vulnerabilidades de Trivy en los logs. Mencionar el reto de subir el reporte a la pestaña Security con SARIF.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el cold start del free tier: ~30-50s en la primera petición tras 15 min inactivo. Preguntar al grupo: ¿por qué el healthcheck debe tolerar esto?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taller. Recordar la carpeta challenges/ para quienes quieran seguir con Fly.io, matrix builds, SARIF, branch protection,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76535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89250"/>
            <a:ext cx="10566400" cy="355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76535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489250"/>
            <a:ext cx="10566400" cy="355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721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5-7 · TALLER CI/CD CON GITHUB ACTIONS Y DOCKER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7340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y seguridad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65860"/>
            <a:ext cx="850265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una imagen publicada a una app corriendo en producción, verificada sola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975" y="815975"/>
            <a:ext cx="5786041" cy="5022850"/>
          </a:xfrm>
          <a:prstGeom prst="roundRect">
            <a:avLst>
              <a:gd name="adj" fmla="val 196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52147" tIns="152147" rIns="0" bIns="152147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permissions: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packages: write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steps: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- normalizar nombre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(minúsculas)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- login a ghcr.io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(GITHUB_TOKEN)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- build-push-action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tags: latest, sha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9191" y="2164259"/>
            <a:ext cx="4655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9191" y="2504579"/>
            <a:ext cx="465561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GHCR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9191" y="2994720"/>
            <a:ext cx="465561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separado de CI: </a:t>
            </a:r>
            <a:r>
              <a:rPr lang="en-US" sz="135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docker-publish.yml</a:t>
            </a: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dispara solo en push a main.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62366" y="3604915"/>
            <a:ext cx="4513659" cy="882452"/>
          </a:xfrm>
          <a:prstGeom prst="roundRect">
            <a:avLst>
              <a:gd name="adj" fmla="val 11154"/>
            </a:avLst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2541" y="3735090"/>
            <a:ext cx="43809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Errores típicos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92541" y="3948410"/>
            <a:ext cx="438090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packages: write · nombre con mayúsculas · paquete privado por defecto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8767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· GHCR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Caché y Trivy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51595"/>
            <a:ext cx="5175250" cy="4187230"/>
          </a:xfrm>
          <a:prstGeom prst="roundRect">
            <a:avLst>
              <a:gd name="adj" fmla="val 2351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85797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cache-from / cache-to: gha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16277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 capas entre builds. El segundo push es notablemente más rápido que el primero.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651595"/>
            <a:ext cx="5175250" cy="4187230"/>
          </a:xfrm>
          <a:prstGeom prst="roundRect">
            <a:avLst>
              <a:gd name="adj" fmla="val 2351"/>
            </a:avLst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7150" y="185797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(escaneo)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7150" y="216277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CVEs conocidos en la imagen publicada. exit-code: "0" → solo reporta, no bloquea.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8474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· Caché y seguridad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 Render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4452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workflow de Actions: Render se conecta directo a GitHub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1918295"/>
            <a:ext cx="10560050" cy="610791"/>
          </a:xfrm>
          <a:prstGeom prst="roundRect">
            <a:avLst>
              <a:gd name="adj" fmla="val 1611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7242" y="2117030"/>
            <a:ext cx="23558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 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60341" y="2099270"/>
            <a:ext cx="2143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91145" y="2117030"/>
            <a:ext cx="23558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detecta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14244" y="2099270"/>
            <a:ext cx="2143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5048" y="2117030"/>
            <a:ext cx="23558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automático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68147" y="2099270"/>
            <a:ext cx="2143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98952" y="2117030"/>
            <a:ext cx="23558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5975" y="2738636"/>
            <a:ext cx="10560050" cy="3100189"/>
          </a:xfrm>
          <a:prstGeom prst="roundRect">
            <a:avLst>
              <a:gd name="adj" fmla="val 317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52147" tIns="152147" rIns="0" bIns="152147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Root Directory: 04-app</a:t>
            </a:r>
            <a:endParaRPr lang="en-US" sz="1150" dirty="0"/>
          </a:p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Health Check Path: /health</a:t>
            </a:r>
            <a:endParaRPr lang="en-US" sz="1150" dirty="0"/>
          </a:p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Workflow extra: healthcheck.yml (verifica cada hora)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9292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· Deploy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9333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COMPLETO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70770"/>
            <a:ext cx="10883392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→ Lint/Tests → Imagen → GHCR → Deploy → Verificación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3849291"/>
            <a:ext cx="9156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Construiste, en vivo, exactamente el pipeline que vimos como concepto en el paso 0.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36235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participar! 🎉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 y Seguridad — Taller CI/CD">
  <a:themeElements>
    <a:clrScheme name="CD y Seguridad — Taller CI/CD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3FB950"/>
      </a:accent1>
      <a:accent2>
        <a:srgbClr val="58A6FF"/>
      </a:accent2>
      <a:accent3>
        <a:srgbClr val="F85149"/>
      </a:accent3>
      <a:accent4>
        <a:srgbClr val="6A7179"/>
      </a:accent4>
      <a:accent5>
        <a:srgbClr val="8B949E"/>
      </a:accent5>
      <a:accent6>
        <a:srgbClr val="9AA0A6"/>
      </a:accent6>
      <a:hlink>
        <a:srgbClr val="0563C1"/>
      </a:hlink>
      <a:folHlink>
        <a:srgbClr val="954F72"/>
      </a:folHlink>
    </a:clrScheme>
    <a:fontScheme name="CD y Seguridad — Taller CI/C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 y Seguridad — Taller CI/CD</dc:title>
  <dc:subject/>
  <dc:creator/>
  <cp:lastModifiedBy/>
  <cp:revision>1</cp:revision>
  <dcterms:created xsi:type="dcterms:W3CDTF">2026-10-02T04:18:30Z</dcterms:created>
  <dcterms:modified xsi:type="dcterms:W3CDTF">2026-10-02T04:18:30Z</dcterms:modified>
</cp:coreProperties>
</file>