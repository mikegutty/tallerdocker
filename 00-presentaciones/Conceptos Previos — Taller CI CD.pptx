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Antes de entrar a Git y Docker, verificamos tres habilidades base que todo el taller asume. 5-10 minutos, puede ser más rápido si el grupo ya tiene experiencia.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al grupo en voz alta quién ya se siente cómodo con la terminal, para ajustar el ritmo. Practica en vivo: pwd, ls, cd hacia la carpeta del repo, pwd otra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ci.yml real del repo y preguntar: ¿cuántos espacios tiene cada step? ¿qué pasaría con un espacio de más o de menos? Recomendar la extensión YAML/GitHub Actions de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para reflexionar antes de seguir: sin ningún pipeline automatizado, ¿en qué paso del proceso manual sería más fácil que alguien cometa un error? En este taller construimos primero CI (paso 3) y luego CD (pasos 5 a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bloque. Avanzar a 02-git-github/. Para quienes ya dominaban esto, fue un repaso de 2 minutos; para los principiantes, esta base evita que se pierdan en los próximos 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261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77901"/>
            <a:ext cx="10566400" cy="426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261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77901"/>
            <a:ext cx="10566400" cy="426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8552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0 · TALLER CI/CD CON GITHUB ACTIONS Y DOCKER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86770"/>
            <a:ext cx="981075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previos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732510"/>
            <a:ext cx="850265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Terminal, YAML y el concepto de pipeline — lo que necesitas antes de tocar Git o Docker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47310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necesitas ser experto. Necesitas saber dónde estás, moverte y ver qué hay.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1996976"/>
            <a:ext cx="10560050" cy="2457450"/>
          </a:xfrm>
          <a:prstGeom prst="roundRect">
            <a:avLst>
              <a:gd name="adj" fmla="val 400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85850" y="2266851"/>
          <a:ext cx="10033000" cy="1930400"/>
        </p:xfrm>
        <a:graphic>
          <a:graphicData uri="http://schemas.openxmlformats.org/drawingml/2006/table">
            <a:tbl>
              <a:tblPr/>
              <a:tblGrid>
                <a:gridCol w="5016500"/>
                <a:gridCol w="5016500"/>
              </a:tblGrid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¿En qué carpeta estoy?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hay en esta carpeta?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 nombre-carpeta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Entrar a una carpeta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 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Subir un nivel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38280"/>
            <a:ext cx="22569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previos · Terminal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47310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indentación ES la estructura. Dos elementos al mismo nivel, mismos espacios.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1996976"/>
            <a:ext cx="5175250" cy="3841849"/>
          </a:xfrm>
          <a:prstGeom prst="roundRect">
            <a:avLst>
              <a:gd name="adj" fmla="val 2562"/>
            </a:avLst>
          </a:prstGeom>
          <a:solidFill>
            <a:srgbClr val="161B22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220335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2350" y="2533551"/>
            <a:ext cx="4905375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jobs: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build: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runs-on: ubuntu-latest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1996976"/>
            <a:ext cx="5175250" cy="3841849"/>
          </a:xfrm>
          <a:prstGeom prst="roundRect">
            <a:avLst>
              <a:gd name="adj" fmla="val 2562"/>
            </a:avLst>
          </a:prstGeom>
          <a:solidFill>
            <a:srgbClr val="161B2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7150" y="220335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7150" y="2533551"/>
            <a:ext cx="4905375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jobs: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build: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runs-on: ubuntu-latest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2062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previos · YAML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pipeline?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04876"/>
            <a:ext cx="10560050" cy="697210"/>
          </a:xfrm>
          <a:prstGeom prst="roundRect">
            <a:avLst>
              <a:gd name="adj" fmla="val 1411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5481" y="1937941"/>
            <a:ext cx="17900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11066" y="1911251"/>
            <a:ext cx="2374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73227" y="1937941"/>
            <a:ext cx="17900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8812" y="1911251"/>
            <a:ext cx="2374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00973" y="1937941"/>
            <a:ext cx="17900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66558" y="1911251"/>
            <a:ext cx="2374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28720" y="1937941"/>
            <a:ext cx="17900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94304" y="1911251"/>
            <a:ext cx="2374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56466" y="1937941"/>
            <a:ext cx="17900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975" y="2637036"/>
            <a:ext cx="5175250" cy="3201789"/>
          </a:xfrm>
          <a:prstGeom prst="roundRect">
            <a:avLst>
              <a:gd name="adj" fmla="val 3074"/>
            </a:avLst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2350" y="2843411"/>
            <a:ext cx="49053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— Integración Continua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2350" y="3163391"/>
            <a:ext cx="49053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Instalar, lint, tests. Responde: ¿mi cambio rompió algo?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00775" y="2637036"/>
            <a:ext cx="5175250" cy="3201789"/>
          </a:xfrm>
          <a:prstGeom prst="roundRect">
            <a:avLst>
              <a:gd name="adj" fmla="val 3074"/>
            </a:avLst>
          </a:prstGeom>
          <a:solidFill>
            <a:srgbClr val="161B22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7150" y="2843411"/>
            <a:ext cx="49053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— Entrega Continua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7150" y="3163391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Construir, publicar, desplegar. Responde: ¿ya está en producción?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2214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previos · Pipeline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17557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esto ya puedes seguir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93241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Moverte en la terminal: </a:t>
            </a:r>
            <a:r>
              <a:rPr lang="en-US" sz="1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pwd, ls, cd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338703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Leer YAML sin miedo a la indentación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84165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Entender por qué existe un pipeline de CI/CD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439787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paso → Git y GitHub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ceptos Previos — Taller CI/CD">
  <a:themeElements>
    <a:clrScheme name="Conceptos Previos — Taller CI/CD">
      <a:dk1>
        <a:srgbClr val="0D1117"/>
      </a:dk1>
      <a:lt1>
        <a:srgbClr val="E6EDF3"/>
      </a:lt1>
      <a:dk2>
        <a:srgbClr val="23272D"/>
      </a:dk2>
      <a:lt2>
        <a:srgbClr val="B0B6BC"/>
      </a:lt2>
      <a:accent1>
        <a:srgbClr val="3FB950"/>
      </a:accent1>
      <a:accent2>
        <a:srgbClr val="58A6FF"/>
      </a:accent2>
      <a:accent3>
        <a:srgbClr val="F85149"/>
      </a:accent3>
      <a:accent4>
        <a:srgbClr val="6A7179"/>
      </a:accent4>
      <a:accent5>
        <a:srgbClr val="8B949E"/>
      </a:accent5>
      <a:accent6>
        <a:srgbClr val="9AA0A6"/>
      </a:accent6>
      <a:hlink>
        <a:srgbClr val="0563C1"/>
      </a:hlink>
      <a:folHlink>
        <a:srgbClr val="954F72"/>
      </a:folHlink>
    </a:clrScheme>
    <a:fontScheme name="Conceptos Previos — Taller CI/C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Conceptos Previos — Taller CI/CD</dc:title>
  <dc:subject/>
  <dc:creator/>
  <cp:lastModifiedBy/>
  <cp:revision>1</cp:revision>
  <dcterms:created xsi:type="dcterms:W3CDTF">2026-10-02T04:10:20Z</dcterms:created>
  <dcterms:modified xsi:type="dcterms:W3CDTF">2026-10-02T04:10:20Z</dcterms:modified>
</cp:coreProperties>
</file>