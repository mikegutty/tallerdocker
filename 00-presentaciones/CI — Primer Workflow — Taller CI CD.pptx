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Sesión 2. Ya vimos el concepto de pipeline en el paso 0; ahora lo vemos convertido en código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archivo real del repo. Ejercicio de depuración: romper la indentación a propósito y leer el error que da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Provocar un error a propósito (variable sin usar) y mostrar cómo lo marca ESLint, antes de que falle en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bloque. Avanzar a 05-pasos/04-secretos.md.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217557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899470"/>
            <a:ext cx="10566400" cy="314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217557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899470"/>
            <a:ext cx="10566400" cy="314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64547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3 · TALLER CI/CD CON GITHUB ACTIONS Y DOCKER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046710"/>
            <a:ext cx="10883392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CI: primer workflow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3892451"/>
            <a:ext cx="850265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 y tests corriendo solos, en cada push y Pull Request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5975" y="815975"/>
            <a:ext cx="5786041" cy="5022850"/>
          </a:xfrm>
          <a:prstGeom prst="roundRect">
            <a:avLst>
              <a:gd name="adj" fmla="val 196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 wrap="square" lIns="152147" tIns="152147" rIns="0" bIns="152147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name: CI</a:t>
            </a:r>
            <a:endParaRPr lang="en-US" sz="1150" dirty="0"/>
          </a:p>
          <a:p>
            <a:pPr algn="l" indent="0" marL="0">
              <a:lnSpc>
                <a:spcPts val="1783"/>
              </a:lnSpc>
              <a:buNone/>
            </a:pPr>
            <a:endParaRPr lang="en-US" sz="1150" dirty="0"/>
          </a:p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on:</a:t>
            </a:r>
            <a:endParaRPr lang="en-US" sz="1150" dirty="0"/>
          </a:p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push: [main]</a:t>
            </a:r>
            <a:endParaRPr lang="en-US" sz="1150" dirty="0"/>
          </a:p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pull_request: [main]</a:t>
            </a:r>
            <a:endParaRPr lang="en-US" sz="1150" dirty="0"/>
          </a:p>
          <a:p>
            <a:pPr algn="l" indent="0" marL="0">
              <a:lnSpc>
                <a:spcPts val="1783"/>
              </a:lnSpc>
              <a:buNone/>
            </a:pPr>
            <a:endParaRPr lang="en-US" sz="1150" dirty="0"/>
          </a:p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jobs:</a:t>
            </a:r>
            <a:endParaRPr lang="en-US" sz="1150" dirty="0"/>
          </a:p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build-and-test:</a:t>
            </a:r>
            <a:endParaRPr lang="en-US" sz="1150" dirty="0"/>
          </a:p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runs-on: ubuntu-latest</a:t>
            </a:r>
            <a:endParaRPr lang="en-US" sz="1150" dirty="0"/>
          </a:p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steps:</a:t>
            </a:r>
            <a:endParaRPr lang="en-US" sz="1150" dirty="0"/>
          </a:p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- checkout</a:t>
            </a:r>
            <a:endParaRPr lang="en-US" sz="1150" dirty="0"/>
          </a:p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- setup-node</a:t>
            </a:r>
            <a:endParaRPr lang="en-US" sz="1150" dirty="0"/>
          </a:p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- npm install</a:t>
            </a:r>
            <a:endParaRPr lang="en-US" sz="1150" dirty="0"/>
          </a:p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- npm run lint</a:t>
            </a:r>
            <a:endParaRPr lang="en-US" sz="1150" dirty="0"/>
          </a:p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- npm test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9191" y="2476599"/>
            <a:ext cx="46556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9191" y="2816920"/>
            <a:ext cx="4655610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.github/workflows/ci.yml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9191" y="3307060"/>
            <a:ext cx="465561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</a:t>
            </a: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qué evento lo dispara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9191" y="3627041"/>
            <a:ext cx="465561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</a:t>
            </a: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en qué máquina corre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9191" y="3947021"/>
            <a:ext cx="465561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</a:t>
            </a: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qué hace, en orden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6238280"/>
            <a:ext cx="11891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· El workflow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261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 antes de subir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4452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dejes que CI sea la primera vez que ves el error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53220"/>
          <a:ext cx="10553700" cy="878681"/>
        </p:xfrm>
        <a:graphic>
          <a:graphicData uri="http://schemas.openxmlformats.org/drawingml/2006/table">
            <a:tbl>
              <a:tblPr/>
              <a:tblGrid>
                <a:gridCol w="5276850"/>
                <a:gridCol w="5276850"/>
              </a:tblGrid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FB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npm run lint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 ESLint localmente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FB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npm test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 los tests localmente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15975" y="3063677"/>
            <a:ext cx="10560050" cy="2775148"/>
          </a:xfrm>
          <a:prstGeom prst="roundRect">
            <a:avLst>
              <a:gd name="adj" fmla="val 354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2350" y="3270052"/>
            <a:ext cx="1045171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pasa en tu máquina, probablemente pase en CI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22350" y="3574852"/>
            <a:ext cx="10451719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workflow corre exactamente los mismos comandos (npm run lint, npm test) que tú. Correrlos antes de hacer push ahorra un viaje de ida y vuelta a GitHub.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12800" y="6238280"/>
            <a:ext cx="9947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· Lint local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17557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esto ya puedes seguir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2932410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Leer un workflow: on, jobs, steps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12800" y="3387030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Ver un pipeline correr en la pestaña Actions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3841651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Lintear y testear antes de hacer push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12800" y="4397871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 paso → Variables y secretos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 — Primer Workflow — Taller CI/CD">
  <a:themeElements>
    <a:clrScheme name="CI — Primer Workflow — Taller CI/CD">
      <a:dk1>
        <a:srgbClr val="0D1117"/>
      </a:dk1>
      <a:lt1>
        <a:srgbClr val="E6EDF3"/>
      </a:lt1>
      <a:dk2>
        <a:srgbClr val="23272D"/>
      </a:dk2>
      <a:lt2>
        <a:srgbClr val="B0B6BC"/>
      </a:lt2>
      <a:accent1>
        <a:srgbClr val="3FB950"/>
      </a:accent1>
      <a:accent2>
        <a:srgbClr val="58A6FF"/>
      </a:accent2>
      <a:accent3>
        <a:srgbClr val="8B949E"/>
      </a:accent3>
      <a:accent4>
        <a:srgbClr val="6A7179"/>
      </a:accent4>
      <a:accent5>
        <a:srgbClr val="9AA0A6"/>
      </a:accent5>
      <a:accent6>
        <a:srgbClr val="8F959B"/>
      </a:accent6>
      <a:hlink>
        <a:srgbClr val="0563C1"/>
      </a:hlink>
      <a:folHlink>
        <a:srgbClr val="954F72"/>
      </a:folHlink>
    </a:clrScheme>
    <a:fontScheme name="CI — Primer Workflow — Taller CI/C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 — Primer Workflow — Taller CI/CD</dc:title>
  <dc:subject/>
  <dc:creator/>
  <cp:lastModifiedBy/>
  <cp:revision>1</cp:revision>
  <dcterms:created xsi:type="dcterms:W3CDTF">2026-10-02T04:11:34Z</dcterms:created>
  <dcterms:modified xsi:type="dcterms:W3CDTF">2026-10-02T04:11:34Z</dcterms:modified>
</cp:coreProperties>
</file>