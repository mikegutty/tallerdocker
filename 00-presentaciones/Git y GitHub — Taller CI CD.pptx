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curso completo de Git. Cubrimos solo lo que usaremos el resto del taller: clonar, confirmar cambios, subir, y abrir un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el Ejercicio 1 de la práctica: clonar, editar, confirmar,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Guiar la resolución de un conflicto de merge sencillo en vivo. Mostrar la pestaña Actions vacía, para que la reconozcan cuando volvamos en la Sesión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bloque. Avanzar a 03-docker/.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261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0020"/>
            <a:ext cx="10566400" cy="4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261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0020"/>
            <a:ext cx="10566400" cy="4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4547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TALLER CI/CD CON GITHUB ACTIONS Y DOCKER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6710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92451"/>
            <a:ext cx="850265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justo y necesario para que el flujo de CI/CD tenga sentido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≠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76995"/>
            <a:ext cx="5175250" cy="1230412"/>
          </a:xfrm>
          <a:prstGeom prst="roundRect">
            <a:avLst>
              <a:gd name="adj" fmla="val 7999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883370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20335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local. Vive en tu computadora. Guarda el historial de cambios de tu proyecto.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676995"/>
            <a:ext cx="5175250" cy="1230412"/>
          </a:xfrm>
          <a:prstGeom prst="roundRect">
            <a:avLst>
              <a:gd name="adj" fmla="val 7999"/>
            </a:avLst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7150" y="1883370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7150" y="220335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remota. Aloja tu repositorio en la nube, y es donde vive GitHub Actions.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151882"/>
          <a:ext cx="10553700" cy="1318022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clone &lt;url&gt;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Traer el repo a tu máquina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add . / commit / push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Confirmar y subir cambios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pull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Traer cambios remotos nuevos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38280"/>
            <a:ext cx="19463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 · Conceptos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y Pull Requests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4452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 lo que después dispara GitHub Actions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53220"/>
          <a:ext cx="10553700" cy="878681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checkout -b nueva-rama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y moverte a una rama nueva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push origin nueva-rama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Subir la rama a GitHub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5975" y="3063677"/>
            <a:ext cx="10560050" cy="966391"/>
          </a:xfrm>
          <a:prstGeom prst="roundRect">
            <a:avLst>
              <a:gd name="adj" fmla="val 1018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2350" y="3270052"/>
            <a:ext cx="10451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 el Pull Request?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2350" y="3574852"/>
            <a:ext cx="104517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un PR dispara el evento </a:t>
            </a:r>
            <a:r>
              <a:rPr lang="en-US" sz="1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pull_request</a:t>
            </a: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es justo uno de los triggers que vamos a usar en GitHub Actions a partir de la Sesión 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2013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 · Ramas y PR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7557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puedes seguir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93241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Clonar, confirmar y subir cambios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338703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Crear una rama y abrir un Pull Request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84165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Entender por qué un PR dispara Actions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43978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 → Docker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 y GitHub — Taller CI/CD">
  <a:themeElements>
    <a:clrScheme name="Git y GitHub — Taller CI/CD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3FB950"/>
      </a:accent1>
      <a:accent2>
        <a:srgbClr val="58A6FF"/>
      </a:accent2>
      <a:accent3>
        <a:srgbClr val="8B949E"/>
      </a:accent3>
      <a:accent4>
        <a:srgbClr val="6A7179"/>
      </a:accent4>
      <a:accent5>
        <a:srgbClr val="9AA0A6"/>
      </a:accent5>
      <a:accent6>
        <a:srgbClr val="8F959B"/>
      </a:accent6>
      <a:hlink>
        <a:srgbClr val="0563C1"/>
      </a:hlink>
      <a:folHlink>
        <a:srgbClr val="954F72"/>
      </a:folHlink>
    </a:clrScheme>
    <a:fontScheme name="Git y GitHub — Taller CI/C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y GitHub — Taller CI/CD</dc:title>
  <dc:subject/>
  <dc:creator/>
  <cp:lastModifiedBy/>
  <cp:revision>1</cp:revision>
  <dcterms:created xsi:type="dcterms:W3CDTF">2026-10-02T04:10:59Z</dcterms:created>
  <dcterms:modified xsi:type="dcterms:W3CDTF">2026-10-02T04:10:59Z</dcterms:modified>
</cp:coreProperties>
</file>